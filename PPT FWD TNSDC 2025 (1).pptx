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9" r:id="rId10"/>
    <p:sldId id="263" r:id="rId11"/>
    <p:sldId id="270" r:id="rId12"/>
    <p:sldId id="265"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30CC7-8040-4162-8342-BB180D82127D}" v="17" dt="2024-08-20T06:41:39.5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1" d="100"/>
          <a:sy n="91" d="100"/>
        </p:scale>
        <p:origin x="-102"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12-09-2025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dirty="0"/>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dirty="0"/>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dirty="0"/>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dirty="0"/>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dirty="0"/>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 xmlns:a16="http://schemas.microsoft.com/office/drawing/2014/main" id="{D55ADE35-C35B-07C1-F5AA-C33B3DDB802E}"/>
              </a:ext>
            </a:extLst>
          </p:cNvPr>
          <p:cNvSpPr txBox="1"/>
          <p:nvPr/>
        </p:nvSpPr>
        <p:spPr>
          <a:xfrm>
            <a:off x="2554542" y="3314150"/>
            <a:ext cx="8610600" cy="2308324"/>
          </a:xfrm>
          <a:prstGeom prst="rect">
            <a:avLst/>
          </a:prstGeom>
          <a:noFill/>
        </p:spPr>
        <p:txBody>
          <a:bodyPr wrap="square" lIns="91440" tIns="45720" rIns="91440" bIns="45720" rtlCol="0" anchor="t">
            <a:spAutoFit/>
          </a:bodyPr>
          <a:lstStyle/>
          <a:p>
            <a:r>
              <a:rPr lang="en-US" sz="2400" dirty="0"/>
              <a:t>STUDENT NAME: </a:t>
            </a:r>
            <a:r>
              <a:rPr lang="en-US" sz="2400" dirty="0" err="1" smtClean="0"/>
              <a:t>Brindha.R</a:t>
            </a:r>
            <a:endParaRPr lang="en-US" sz="2400" dirty="0"/>
          </a:p>
          <a:p>
            <a:r>
              <a:rPr lang="en-US" sz="2400" dirty="0"/>
              <a:t>REGISTER NO AND NMID: </a:t>
            </a:r>
            <a:r>
              <a:rPr lang="en-US" sz="2400" dirty="0" smtClean="0"/>
              <a:t>2428K0243</a:t>
            </a:r>
            <a:endParaRPr lang="en-US" sz="2400" dirty="0">
              <a:cs typeface="Calibri"/>
            </a:endParaRPr>
          </a:p>
          <a:p>
            <a:r>
              <a:rPr lang="en-US" sz="2400" dirty="0"/>
              <a:t>DEPARTMENT: </a:t>
            </a:r>
            <a:r>
              <a:rPr lang="en-US" sz="2400" dirty="0" err="1" smtClean="0"/>
              <a:t>Bsc</a:t>
            </a:r>
            <a:r>
              <a:rPr lang="en-US" sz="2400" dirty="0" smtClean="0"/>
              <a:t> CS(AI&amp;DS)</a:t>
            </a:r>
            <a:endParaRPr lang="en-US" sz="2400" dirty="0"/>
          </a:p>
          <a:p>
            <a:r>
              <a:rPr lang="en-US" sz="2400" dirty="0"/>
              <a:t>COLLEGE: COLLEGE/ </a:t>
            </a:r>
            <a:r>
              <a:rPr lang="en-US" sz="2400" dirty="0" smtClean="0"/>
              <a:t>UNIVERSITY: VET Institutes of arts and Science/</a:t>
            </a:r>
            <a:r>
              <a:rPr lang="en-US" sz="2400" dirty="0" err="1" smtClean="0"/>
              <a:t>Bharathiyar</a:t>
            </a:r>
            <a:r>
              <a:rPr lang="en-US" sz="2400" dirty="0" smtClean="0"/>
              <a:t> University</a:t>
            </a:r>
            <a:endParaRPr lang="en-US" sz="2400" dirty="0"/>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dirty="0"/>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dirty="0"/>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dirty="0"/>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dirty="0"/>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dirty="0"/>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dirty="0"/>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dirty="0"/>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dirty="0"/>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dirty="0"/>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dirty="0"/>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dirty="0"/>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dirty="0"/>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dirty="0"/>
          </a:p>
        </p:txBody>
      </p:sp>
      <p:sp>
        <p:nvSpPr>
          <p:cNvPr id="17" name="object 17"/>
          <p:cNvSpPr txBox="1">
            <a:spLocks noGrp="1"/>
          </p:cNvSpPr>
          <p:nvPr>
            <p:ph type="title"/>
          </p:nvPr>
        </p:nvSpPr>
        <p:spPr>
          <a:xfrm>
            <a:off x="739775" y="829626"/>
            <a:ext cx="8442325" cy="259430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smtClean="0"/>
              <a:t>TITLE</a:t>
            </a:r>
            <a:r>
              <a:rPr lang="en-US" sz="4250" spc="25" dirty="0"/>
              <a:t> </a:t>
            </a:r>
            <a:r>
              <a:rPr lang="en-US" sz="4250" spc="25" dirty="0" smtClean="0"/>
              <a:t>:</a:t>
            </a:r>
            <a:br>
              <a:rPr lang="en-US" sz="4250" spc="25" dirty="0" smtClean="0"/>
            </a:br>
            <a:r>
              <a:rPr lang="en-US" sz="4250" spc="25" dirty="0"/>
              <a:t> </a:t>
            </a:r>
            <a:r>
              <a:rPr lang="en-US" sz="4250" spc="25" dirty="0" smtClean="0"/>
              <a:t> </a:t>
            </a:r>
            <a:br>
              <a:rPr lang="en-US" sz="4250" spc="25" dirty="0" smtClean="0"/>
            </a:br>
            <a:r>
              <a:rPr lang="en-US" sz="4250" spc="25" dirty="0"/>
              <a:t> </a:t>
            </a:r>
            <a:r>
              <a:rPr lang="en-US" sz="4250" spc="25" dirty="0" smtClean="0"/>
              <a:t>      </a:t>
            </a:r>
            <a:r>
              <a:rPr lang="en-US" sz="4250" spc="25" dirty="0" smtClean="0"/>
              <a:t/>
            </a:r>
            <a:br>
              <a:rPr lang="en-US" sz="4250" spc="25" dirty="0" smtClean="0"/>
            </a:br>
            <a:r>
              <a:rPr lang="en-US" sz="3200" spc="25" dirty="0" smtClean="0"/>
              <a:t>                     </a:t>
            </a:r>
            <a:r>
              <a:rPr lang="en-US" sz="4000" spc="25" dirty="0" smtClean="0"/>
              <a:t>MY PORTFOLIO                         </a:t>
            </a:r>
            <a:endParaRPr sz="400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dirty="0"/>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dirty="0"/>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dirty="0"/>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dirty="0"/>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dirty="0"/>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dirty="0"/>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dirty="0"/>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dirty="0"/>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dirty="0"/>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dirty="0"/>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dirty="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dirty="0"/>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dirty="0"/>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 xmlns:a16="http://schemas.microsoft.com/office/drawing/2014/main"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9" name="Rectangle 8"/>
          <p:cNvSpPr/>
          <p:nvPr/>
        </p:nvSpPr>
        <p:spPr>
          <a:xfrm>
            <a:off x="467382" y="1447800"/>
            <a:ext cx="7381218" cy="2985433"/>
          </a:xfrm>
          <a:prstGeom prst="rect">
            <a:avLst/>
          </a:prstGeom>
        </p:spPr>
        <p:txBody>
          <a:bodyPr wrap="square">
            <a:spAutoFit/>
          </a:bodyPr>
          <a:lstStyle/>
          <a:p>
            <a:endParaRPr lang="en-US" dirty="0"/>
          </a:p>
          <a:p>
            <a:r>
              <a:rPr lang="en-US" dirty="0"/>
              <a:t>In today’s competitive landscape, individuals and organizations struggle to identify and invest in talent that blends creativity, strategic thinking, and executional excellence. My portfolio addresses this gap by showcasing a diverse range </a:t>
            </a:r>
            <a:r>
              <a:rPr lang="en-US" sz="2800" dirty="0"/>
              <a:t>of</a:t>
            </a:r>
            <a:r>
              <a:rPr lang="en-US" dirty="0"/>
              <a:t> projects that solve real-world problems through innovative design, data-driven </a:t>
            </a:r>
            <a:r>
              <a:rPr lang="en-US" sz="2800" dirty="0"/>
              <a:t>decision-making</a:t>
            </a:r>
            <a:r>
              <a:rPr lang="en-US" dirty="0"/>
              <a:t>, and user-centric solutions. Each piece reflects my ability to translate complex challenges into impactful outcomes, </a:t>
            </a:r>
            <a:r>
              <a:rPr lang="en-US" sz="2400" dirty="0"/>
              <a:t>offering</a:t>
            </a:r>
            <a:r>
              <a:rPr lang="en-US" dirty="0"/>
              <a:t> a clear narrative of growth, adaptability, and value creation across domains</a:t>
            </a:r>
            <a:r>
              <a:rPr lang="en-US" dirty="0" smtClean="0"/>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9" name="Rectangle 8"/>
          <p:cNvSpPr/>
          <p:nvPr/>
        </p:nvSpPr>
        <p:spPr>
          <a:xfrm>
            <a:off x="381001" y="1997839"/>
            <a:ext cx="8763000" cy="3416320"/>
          </a:xfrm>
          <a:prstGeom prst="rect">
            <a:avLst/>
          </a:prstGeom>
        </p:spPr>
        <p:txBody>
          <a:bodyPr wrap="square">
            <a:spAutoFit/>
          </a:bodyPr>
          <a:lstStyle/>
          <a:p>
            <a:r>
              <a:rPr lang="en-US" sz="2400" dirty="0"/>
              <a:t>My portfolio is a curated collection of projects that reflect my ability to solve complex problems through innovative thinking, technical proficiency, and a strong sense of design and functionality. Each project demonstrates a unique challenge I’ve tackled—ranging from concept development and execution to final delivery—highlighting my versatility across disciplines. Whether it’s building user-friendly digital experiences, crafting compelling visual narratives, or optimizing systems for performance, my work is driven by a commitment to impact, clarity, and continuous improvement.</a:t>
            </a:r>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7" name="Rectangle 6"/>
          <p:cNvSpPr/>
          <p:nvPr/>
        </p:nvSpPr>
        <p:spPr>
          <a:xfrm>
            <a:off x="589892" y="2136339"/>
            <a:ext cx="9220857" cy="3046988"/>
          </a:xfrm>
          <a:prstGeom prst="rect">
            <a:avLst/>
          </a:prstGeom>
        </p:spPr>
        <p:txBody>
          <a:bodyPr wrap="square">
            <a:spAutoFit/>
          </a:bodyPr>
          <a:lstStyle/>
          <a:p>
            <a:r>
              <a:rPr lang="en-US" sz="2400" dirty="0"/>
              <a:t>The end users of my portfolio are professionals, clients, and organizations seeking innovative, results-driven solutions to real-world challenges. Whether it's a hiring manager evaluating my skills, a potential collaborator exploring my creative approach, or a stakeholder assessing the impact of my work, my portfolio is designed to communicate value clearly and effectively. It also serves as a resource for peers and learners who are looking for inspiration, practical insights, or proven strategies across disciplines.</a:t>
            </a:r>
            <a:endParaRPr lang="en-I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10" name="Rectangle 9"/>
          <p:cNvSpPr/>
          <p:nvPr/>
        </p:nvSpPr>
        <p:spPr>
          <a:xfrm>
            <a:off x="3048000" y="1720840"/>
            <a:ext cx="6096000" cy="4093428"/>
          </a:xfrm>
          <a:prstGeom prst="rect">
            <a:avLst/>
          </a:prstGeom>
        </p:spPr>
        <p:txBody>
          <a:bodyPr>
            <a:spAutoFit/>
          </a:bodyPr>
          <a:lstStyle/>
          <a:p>
            <a:r>
              <a:rPr lang="en-US" sz="2000" dirty="0"/>
              <a:t>My portfolio showcases a dynamic range of tools and techniques that reflect both technical proficiency and creative adaptability. I leverage industry-standard software and platforms—such as [insert relevant tools like Adobe Creative Suite, </a:t>
            </a:r>
            <a:r>
              <a:rPr lang="en-US" sz="2000" dirty="0" err="1"/>
              <a:t>Figma</a:t>
            </a:r>
            <a:r>
              <a:rPr lang="en-US" sz="2000" dirty="0"/>
              <a:t>, Python, AutoCAD, etc.]—to bring ideas to life with precision and impact. From </a:t>
            </a:r>
            <a:r>
              <a:rPr lang="en-US" sz="2000" dirty="0" err="1"/>
              <a:t>wireframing</a:t>
            </a:r>
            <a:r>
              <a:rPr lang="en-US" sz="2000" dirty="0"/>
              <a:t> and prototyping to data analysis and visual storytelling, each project demonstrates my ability to choose the right tools for the task and apply techniques that enhance usability, performance, and aesthetic value. This toolkit evolves continuously as I explore emerging technologies and refine my workflow to stay ahead of the curve.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739775" y="291147"/>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POTFOLIO DESIGN AND LAYOUT</a:t>
            </a:r>
            <a:endParaRPr sz="40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Rectangle 1"/>
          <p:cNvSpPr/>
          <p:nvPr/>
        </p:nvSpPr>
        <p:spPr>
          <a:xfrm>
            <a:off x="609600" y="1720840"/>
            <a:ext cx="8534400" cy="4154984"/>
          </a:xfrm>
          <a:prstGeom prst="rect">
            <a:avLst/>
          </a:prstGeom>
        </p:spPr>
        <p:txBody>
          <a:bodyPr wrap="square">
            <a:spAutoFit/>
          </a:bodyPr>
          <a:lstStyle/>
          <a:p>
            <a:r>
              <a:rPr lang="en-US" sz="2400" dirty="0"/>
              <a:t>My portfolio showcases a dynamic range of tools and techniques that reflect both technical proficiency and creative adaptability. I leverage industry-standard software and platforms—such as [insert relevant tools like Adobe Creative Suite, </a:t>
            </a:r>
            <a:r>
              <a:rPr lang="en-US" sz="2400" dirty="0" err="1"/>
              <a:t>Figma</a:t>
            </a:r>
            <a:r>
              <a:rPr lang="en-US" sz="2400" dirty="0"/>
              <a:t>, Python, AutoCAD, etc.]—to bring ideas to life with precision and impact. From </a:t>
            </a:r>
            <a:r>
              <a:rPr lang="en-US" sz="2400" dirty="0" err="1"/>
              <a:t>wireframing</a:t>
            </a:r>
            <a:r>
              <a:rPr lang="en-US" sz="2400" dirty="0"/>
              <a:t> and prototyping to data analysis and visual storytelling, each project demonstrates my ability to choose the right tools for the task and apply techniques that enhance usability, performance, and aesthetic value. This toolkit evolves continuously as I explore emerging technologies and refine my workflow to stay ahead of the curve.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06195E-16D6-79D8-7A9F-F8EB1FE9E212}"/>
              </a:ext>
            </a:extLst>
          </p:cNvPr>
          <p:cNvSpPr>
            <a:spLocks noGrp="1"/>
          </p:cNvSpPr>
          <p:nvPr>
            <p:ph type="title"/>
          </p:nvPr>
        </p:nvSpPr>
        <p:spPr/>
        <p:txBody>
          <a:bodyPr/>
          <a:lstStyle/>
          <a:p>
            <a:r>
              <a:rPr lang="en-IN" dirty="0"/>
              <a:t>FEATURES AND FUNCTIONALITY</a:t>
            </a:r>
          </a:p>
        </p:txBody>
      </p:sp>
      <p:sp>
        <p:nvSpPr>
          <p:cNvPr id="3" name="Rectangle 2"/>
          <p:cNvSpPr/>
          <p:nvPr/>
        </p:nvSpPr>
        <p:spPr>
          <a:xfrm>
            <a:off x="609600" y="1720840"/>
            <a:ext cx="9067800" cy="3785652"/>
          </a:xfrm>
          <a:prstGeom prst="rect">
            <a:avLst/>
          </a:prstGeom>
        </p:spPr>
        <p:txBody>
          <a:bodyPr wrap="square">
            <a:spAutoFit/>
          </a:bodyPr>
          <a:lstStyle/>
          <a:p>
            <a:r>
              <a:rPr lang="en-US" sz="2400" dirty="0"/>
              <a:t>My portfolio is designed not just to showcase work, but to offer an interactive and intuitive experience that reflects my professional capabilities. Key features include responsive design for seamless viewing across devices, organized project sections with detailed case studies, and embedded media such as videos, prototypes, or code snippets to bring each project to life. Functional elements like search filters, downloadable assets, and contact forms enhance usability, while strategic layout and navigation ensure visitors can easily explore my skills, process, and impact. Every feature is thoughtfully implemented to support storytelling, engagement, and accessibility.</a:t>
            </a:r>
            <a:endParaRPr lang="en-IN" sz="2400" dirty="0"/>
          </a:p>
        </p:txBody>
      </p:sp>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9" name="TextBox 8">
            <a:extLst>
              <a:ext uri="{FF2B5EF4-FFF2-40B4-BE49-F238E27FC236}">
                <a16:creationId xmlns="" xmlns:a16="http://schemas.microsoft.com/office/drawing/2014/main"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8025" y="1534977"/>
            <a:ext cx="8146175" cy="51408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533400"/>
            <a:ext cx="8412480" cy="5257800"/>
          </a:xfrm>
          <a:prstGeom prst="rect">
            <a:avLst/>
          </a:prstGeom>
        </p:spPr>
      </p:pic>
    </p:spTree>
    <p:extLst>
      <p:ext uri="{BB962C8B-B14F-4D97-AF65-F5344CB8AC3E}">
        <p14:creationId xmlns:p14="http://schemas.microsoft.com/office/powerpoint/2010/main" val="2788896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12</a:t>
            </a:fld>
            <a:endParaRPr sz="1100">
              <a:latin typeface="Trebuchet MS"/>
              <a:cs typeface="Trebuchet MS"/>
            </a:endParaRPr>
          </a:p>
        </p:txBody>
      </p:sp>
      <p:sp>
        <p:nvSpPr>
          <p:cNvPr id="2" name="Rectangle 1"/>
          <p:cNvSpPr/>
          <p:nvPr/>
        </p:nvSpPr>
        <p:spPr>
          <a:xfrm>
            <a:off x="990600" y="1997838"/>
            <a:ext cx="8991600" cy="3416320"/>
          </a:xfrm>
          <a:prstGeom prst="rect">
            <a:avLst/>
          </a:prstGeom>
        </p:spPr>
        <p:txBody>
          <a:bodyPr wrap="square">
            <a:spAutoFit/>
          </a:bodyPr>
          <a:lstStyle/>
          <a:p>
            <a:r>
              <a:rPr lang="en-US" sz="2400" dirty="0"/>
              <a:t>My portfolio is more than a showcase—it's a reflection of my journey, my problem-solving mindset, and my commitment to excellence. Each project represents a step forward in my growth, combining creativity, strategy, and technical skill to deliver meaningful results. Through thoughtful design, purposeful functionality, and user-centered thinking, I aim to create work that not only meets expectations but elevates them. As I continue to evolve, this portfolio stands as both a record of what I’ve accomplished and a promise of what I’m capable of building next.</a:t>
            </a:r>
            <a:endParaRPr lang="en-IN"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427</TotalTime>
  <Words>777</Words>
  <Application>Microsoft Office PowerPoint</Application>
  <PresentationFormat>Custom</PresentationFormat>
  <Paragraphs>47</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Digital Portfolio  </vt:lpstr>
      <vt:lpstr>PROJECT TITLE :                                 MY PORTFOLIO                         </vt:lpstr>
      <vt:lpstr>AGENDA</vt:lpstr>
      <vt:lpstr>PROBLEM STATEMENT</vt:lpstr>
      <vt:lpstr>PROJECT OVERVIEW</vt:lpstr>
      <vt:lpstr>WHO ARE THE END USERS?</vt:lpstr>
      <vt:lpstr>TOOLS AND TECHNIQUES</vt:lpstr>
      <vt:lpstr>PowerPoint Presentation</vt:lpstr>
      <vt:lpstr>FEATURES AND FUNCTIONALITY</vt:lpstr>
      <vt:lpstr>RESULTS AND SCREENSHOTS</vt:lpstr>
      <vt:lpstr>PowerPoint Presentation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STUDENT</cp:lastModifiedBy>
  <cp:revision>31</cp:revision>
  <dcterms:created xsi:type="dcterms:W3CDTF">2024-03-29T15:07:22Z</dcterms:created>
  <dcterms:modified xsi:type="dcterms:W3CDTF">2025-09-12T06:57:09Z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